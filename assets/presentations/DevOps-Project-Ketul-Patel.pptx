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5" d="100"/>
          <a:sy n="55" d="100"/>
        </p:scale>
        <p:origin x="1072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07-Apr-26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07-Apr-26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07-Apr-26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linux/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601200" y="0"/>
            <a:ext cx="2587752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601200" y="0"/>
            <a:ext cx="73152" cy="2286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CI/CD Pipeline &amp;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2DD4BF"/>
                </a:solidFill>
                <a:latin typeface="Calibri"/>
              </a:rPr>
              <a:t>Monitoring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  <a:latin typeface="Calibri"/>
              </a:rPr>
              <a:t>A real-world DevOps project built on live VPS infrastructure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566160"/>
            <a:ext cx="1060704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10607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Docker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37360" y="3566160"/>
            <a:ext cx="1865376" cy="347472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737360" y="3566160"/>
            <a:ext cx="1865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GitHub Actions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3566160"/>
            <a:ext cx="146304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83280" y="356616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Prometheus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3566160"/>
            <a:ext cx="1161288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0" y="3566160"/>
            <a:ext cx="1161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Grafana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3566160"/>
            <a:ext cx="96012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0" y="3566160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Nginx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3566160"/>
            <a:ext cx="1664208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0" y="3566160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Alertmanager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389120"/>
            <a:ext cx="4572000" cy="1280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4389120"/>
            <a:ext cx="54864" cy="1280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4805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Ketul Patel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846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Linux System Administrator | RHCSA Certified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166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D4BF"/>
                </a:solidFill>
                <a:latin typeface="Calibri"/>
              </a:rPr>
              <a:t>github.com/ketulpa  |  ketulpa.github.io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84080" y="274320"/>
            <a:ext cx="210312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75519" y="292608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DD4BF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19" y="41147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VPS Servers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84080" y="932688"/>
            <a:ext cx="210312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75519" y="950976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DD4B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19" y="106984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Project Phases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84080" y="1591056"/>
            <a:ext cx="210312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875519" y="1609344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DD4BF"/>
                </a:solidFill>
                <a:latin typeface="Calibri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19" y="172821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Alert Rules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About 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  <a:latin typeface="Calibri"/>
              </a:rPr>
              <a:t>KETUL PATEL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30352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4864" cy="1828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  <a:latin typeface="Calibri"/>
              </a:rPr>
              <a:t>🎓 Certification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RHCSA — Red Hat Certified System Administrator
RHCE Training Completed
AWS Solutions Architect Training
Oracle Cloud Foundations Associate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83279"/>
            <a:ext cx="530352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3383279"/>
            <a:ext cx="54864" cy="1828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  <a:latin typeface="Calibri"/>
              </a:rPr>
              <a:t>💼 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862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Managing production Linux &amp; Windows servers
Server deployment, configuration &amp; troubleshooting
System security hardening &amp; access control
Backup validation &amp; recovery (R1Soft)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5486400" cy="5120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54864" cy="5120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⚙️ Core Skills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920240"/>
            <a:ext cx="54864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1920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Linux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17627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RHEL, Ubuntu, AlmaLinux, CentOS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633472"/>
            <a:ext cx="54864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26334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Web Servers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88950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Apache, Nginx, IIS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346704"/>
            <a:ext cx="54864" cy="4572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0" y="33467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Cloud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60273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AWS EC2, S3, IAM, VPC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059935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0" y="405993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Monitoring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31596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Prometheus, Grafana, Zabbix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773168"/>
            <a:ext cx="54864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0" y="47731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CI/CD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0292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GitHub Actions, Docker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5486400"/>
            <a:ext cx="54864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0" y="5486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Networking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7424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DNS, TCP/IP, Firewall, SSH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What was built — end to 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103120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210312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5087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D9488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App &amp;
Docker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Flask app
containerised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389120"/>
            <a:ext cx="1188720" cy="3200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3891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✅ Done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79" y="1371600"/>
            <a:ext cx="2103120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697479" y="1371600"/>
            <a:ext cx="2103120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199" y="15087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818CF8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1031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GitHub
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9260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Auto CI/CD
on git push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54679" y="4389120"/>
            <a:ext cx="1188720" cy="3200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54679" y="43891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✅ Done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1371600"/>
            <a:ext cx="2103120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0" y="1371600"/>
            <a:ext cx="21031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74920" y="15087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59E0B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21031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Nginx
Proxy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9260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Port 80
with SSL ready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4389120"/>
            <a:ext cx="1188720" cy="3200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0" y="43891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✅ Done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60919" y="1371600"/>
            <a:ext cx="2103120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360919" y="1371600"/>
            <a:ext cx="210312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06640" y="15087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2C55E"/>
                </a:solidFill>
                <a:latin typeface="Calibr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59" y="21031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Prometheus
&amp; Grafana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59" y="29260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Linux + Windows
monitoring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18119" y="4389120"/>
            <a:ext cx="1188720" cy="3200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818119" y="43891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✅ Done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92640" y="1371600"/>
            <a:ext cx="2103120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692640" y="1371600"/>
            <a:ext cx="21031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738360" y="15087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59E0B"/>
                </a:solidFill>
                <a:latin typeface="Calibri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21031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Alertmanager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29260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Slack alerts
+ Email escalation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149840" y="4389120"/>
            <a:ext cx="1188720" cy="3200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149840" y="43891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✅ Done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029200"/>
            <a:ext cx="1106424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65760" y="5029200"/>
            <a:ext cx="1106424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48640" y="5166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  <a:latin typeface="Calibri"/>
              </a:rPr>
              <a:t>Infrastructure: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86000" y="51663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🐧 Linux VPS — Ubuntu 24.04 LTS — App server, CI/CD target, Prometheus + Grafana hub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86000" y="55778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🪟 Windows VPS — Windows Server 2025 — Monitoring target, windows_exporter agent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1005840"/>
            <a:ext cx="365760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0" y="1005840"/>
            <a:ext cx="3657600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GitHub Repository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417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Source code + Actions workflows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2103120"/>
            <a:ext cx="457200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0" y="2103120"/>
            <a:ext cx="4572000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18CF8"/>
                </a:solidFill>
                <a:latin typeface="Calibri"/>
              </a:rPr>
              <a:t>GitHub Actions (CI/CD)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514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lint → test → build → SSH deploy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200400"/>
            <a:ext cx="475488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14400" y="3200400"/>
            <a:ext cx="475488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  <a:latin typeface="Calibri"/>
              </a:rPr>
              <a:t>🐧 Linux VPS — Ubuntu 24.04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794760"/>
            <a:ext cx="4206240" cy="347472"/>
          </a:xfrm>
          <a:prstGeom prst="rect">
            <a:avLst/>
          </a:prstGeom>
          <a:solidFill>
            <a:srgbClr val="0F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34440" y="3822191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Nginx (port 80 → 5000)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224528"/>
            <a:ext cx="4206240" cy="347472"/>
          </a:xfrm>
          <a:prstGeom prst="rect">
            <a:avLst/>
          </a:prstGeom>
          <a:solidFill>
            <a:srgbClr val="0F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34440" y="4251959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Docker → Flask App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4654296"/>
            <a:ext cx="4206240" cy="347472"/>
          </a:xfrm>
          <a:prstGeom prst="rect">
            <a:avLst/>
          </a:prstGeom>
          <a:solidFill>
            <a:srgbClr val="0F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34440" y="4681727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Prometheus (metrics hub)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5084064"/>
            <a:ext cx="4206240" cy="347472"/>
          </a:xfrm>
          <a:prstGeom prst="rect">
            <a:avLst/>
          </a:prstGeom>
          <a:solidFill>
            <a:srgbClr val="0F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34440" y="5111496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Grafana (dashboards)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5513832"/>
            <a:ext cx="4206240" cy="347472"/>
          </a:xfrm>
          <a:prstGeom prst="rect">
            <a:avLst/>
          </a:prstGeom>
          <a:solidFill>
            <a:srgbClr val="0F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34440" y="554126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Alertmanager (Slack + Email)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3200400"/>
            <a:ext cx="484632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858000" y="3200400"/>
            <a:ext cx="4846320" cy="54864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49440" y="32918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DD3FC"/>
                </a:solidFill>
                <a:latin typeface="Calibri"/>
              </a:rPr>
              <a:t>🪟 Windows VPS — WS 2025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0880" y="3794760"/>
            <a:ext cx="4389120" cy="347472"/>
          </a:xfrm>
          <a:prstGeom prst="rect">
            <a:avLst/>
          </a:prstGeom>
          <a:solidFill>
            <a:srgbClr val="0F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78040" y="3822191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windows_exporter (port 9182)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40880" y="4224528"/>
            <a:ext cx="4389120" cy="347472"/>
          </a:xfrm>
          <a:prstGeom prst="rect">
            <a:avLst/>
          </a:prstGeom>
          <a:solidFill>
            <a:srgbClr val="0F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78040" y="4251959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IIS / test application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40880" y="4654296"/>
            <a:ext cx="4389120" cy="347472"/>
          </a:xfrm>
          <a:prstGeom prst="rect">
            <a:avLst/>
          </a:prstGeom>
          <a:solidFill>
            <a:srgbClr val="0F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178040" y="4681727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Self-hosted runner (optional)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88736" y="1783080"/>
            <a:ext cx="109728" cy="36576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888736" y="2880360"/>
            <a:ext cx="109728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26480" y="2971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SSH deploy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0" y="4572000"/>
            <a:ext cx="1188720" cy="109728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669280" y="4343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scrapes metrics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Phase 1 &amp; 2 — App, Docker &amp; CI/CD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48640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4864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DD4BF"/>
                </a:solidFill>
                <a:latin typeface="Calibri"/>
              </a:rPr>
              <a:t>01  Flask App + Docker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54864" cy="320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7099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Python Flask app with /health &amp; /metrics endpoints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67128"/>
            <a:ext cx="54864" cy="320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18541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Dockerfile — python:3.12-slim base image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42616"/>
            <a:ext cx="54864" cy="320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660904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prometheus-flask-exporter for real metrics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118104"/>
            <a:ext cx="54864" cy="320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1363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docker build -t devops-app 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593592"/>
            <a:ext cx="54864" cy="320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611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docker run -d -p 5000:5000 devops-app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297680"/>
            <a:ext cx="5120640" cy="640080"/>
          </a:xfrm>
          <a:prstGeom prst="rect">
            <a:avLst/>
          </a:prstGeom>
          <a:solidFill>
            <a:srgbClr val="0A2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40740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C55E"/>
                </a:solidFill>
                <a:latin typeface="Calibri"/>
              </a:rPr>
              <a:t>✅  curl localhost:5000  →  {"status":"running","version":"1.0"}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95604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C55E"/>
                </a:solidFill>
                <a:latin typeface="Calibri"/>
              </a:rPr>
              <a:t>✅  curl localhost:5000/health  →  {"status":"healthy"}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005840"/>
            <a:ext cx="548640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1005840"/>
            <a:ext cx="5486400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1097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18CF8"/>
                </a:solidFill>
                <a:latin typeface="Calibri"/>
              </a:rPr>
              <a:t>02  GitHub Actions CI/CD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1691640"/>
            <a:ext cx="54864" cy="32004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29400" y="17099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Triggers on every git push to main branch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2167128"/>
            <a:ext cx="54864" cy="32004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29400" y="218541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Runs automated tests first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2642616"/>
            <a:ext cx="54864" cy="32004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29400" y="2660904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Builds new Docker image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46520" y="3118104"/>
            <a:ext cx="54864" cy="32004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29400" y="31363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SSHes into Linux VPS via secrets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46520" y="3593592"/>
            <a:ext cx="54864" cy="32004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29400" y="3611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Stops old container, deploys new one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46520" y="4069080"/>
            <a:ext cx="54864" cy="32004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29400" y="408736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Zero manual intervention needed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46520" y="4892040"/>
            <a:ext cx="5120640" cy="640080"/>
          </a:xfrm>
          <a:prstGeom prst="rect">
            <a:avLst/>
          </a:prstGeom>
          <a:solidFill>
            <a:srgbClr val="1A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83680" y="50017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18CF8"/>
                </a:solidFill>
                <a:latin typeface="Calibri"/>
              </a:rPr>
              <a:t>✅  git push → Actions → Docker build → VPS deploy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3218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✅  Version 1.0 → 2.0 → 3.0 auto deployed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Phase 3 &amp; 4 — Nginx &amp; Monitoring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48640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4864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  <a:latin typeface="Calibri"/>
              </a:rPr>
              <a:t>03  Nginx Reverse Proxy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54864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7099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Nginx installed on Linux VPS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67128"/>
            <a:ext cx="54864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18541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Configured as reverse proxy on port 80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42616"/>
            <a:ext cx="54864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660904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Forwards traffic to Docker app on port 5000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118104"/>
            <a:ext cx="54864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1363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proxy_set_header for real client IPs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593592"/>
            <a:ext cx="54864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611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App accessible via public VPS IP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069080"/>
            <a:ext cx="54864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08736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SSL/Certbot ready for domain setup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572000"/>
            <a:ext cx="5120640" cy="548640"/>
          </a:xfrm>
          <a:prstGeom prst="rect">
            <a:avLst/>
          </a:prstGeom>
          <a:solidFill>
            <a:srgbClr val="251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681728"/>
            <a:ext cx="4846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59E0B"/>
                </a:solidFill>
                <a:latin typeface="Calibri"/>
              </a:rPr>
              <a:t>✅  </a:t>
            </a:r>
            <a:r>
              <a:rPr sz="1200" b="0" i="0" dirty="0">
                <a:solidFill>
                  <a:srgbClr val="F59E0B"/>
                </a:solidFill>
                <a:latin typeface="Calibri"/>
                <a:hlinkClick r:id="rId2"/>
              </a:rPr>
              <a:t>http://</a:t>
            </a:r>
            <a:r>
              <a:rPr lang="en-US" sz="1200" b="0" i="0" dirty="0">
                <a:solidFill>
                  <a:srgbClr val="F59E0B"/>
                </a:solidFill>
                <a:latin typeface="Calibri"/>
                <a:hlinkClick r:id="rId2"/>
              </a:rPr>
              <a:t>Linux</a:t>
            </a:r>
            <a:r>
              <a:rPr lang="en-US" sz="1200" b="0" i="0" dirty="0">
                <a:solidFill>
                  <a:srgbClr val="F59E0B"/>
                </a:solidFill>
                <a:latin typeface="Calibri"/>
              </a:rPr>
              <a:t>_VPS _IP</a:t>
            </a:r>
            <a:r>
              <a:rPr sz="1200" b="0" i="0" dirty="0">
                <a:solidFill>
                  <a:srgbClr val="F59E0B"/>
                </a:solidFill>
                <a:latin typeface="Calibri"/>
              </a:rPr>
              <a:t>  →  Flask app responds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005840"/>
            <a:ext cx="548640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09360" y="1005840"/>
            <a:ext cx="548640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1097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2C55E"/>
                </a:solidFill>
                <a:latin typeface="Calibri"/>
              </a:rPr>
              <a:t>04  Prometheus + Grafana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1691640"/>
            <a:ext cx="54864" cy="6400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29400" y="16916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  <a:latin typeface="Calibri"/>
              </a:rPr>
              <a:t>Prometheus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20391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Metrics collection hub — Linux + Windows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2496312"/>
            <a:ext cx="54864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29400" y="24963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  <a:latin typeface="Calibri"/>
              </a:rPr>
              <a:t>node_exporter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284378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Linux VPS — CPU, RAM, disk, network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3300984"/>
            <a:ext cx="54864" cy="640080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29400" y="330098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78ADD"/>
                </a:solidFill>
                <a:latin typeface="Calibri"/>
              </a:rPr>
              <a:t>windows_exporter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364845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Windows VPS — full server metrics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46520" y="4105656"/>
            <a:ext cx="5486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29400" y="410565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Grafana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445312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Dashboard ID 1860 (Linux) + custom (Windows)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46520" y="4910328"/>
            <a:ext cx="54864" cy="64008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29400" y="491032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18CF8"/>
                </a:solidFill>
                <a:latin typeface="Calibri"/>
              </a:rPr>
              <a:t>Flask metrics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52578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/metrics endpoint via prometheus-flask-exporter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46520" y="5760720"/>
            <a:ext cx="5120640" cy="457200"/>
          </a:xfrm>
          <a:prstGeom prst="rect">
            <a:avLst/>
          </a:prstGeom>
          <a:solidFill>
            <a:srgbClr val="0A2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83680" y="58704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C55E"/>
                </a:solidFill>
                <a:latin typeface="Calibri"/>
              </a:rPr>
              <a:t>✅  Both VPS servers live in Grafana dashboards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Phase 5 — Alertmanager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Slack + Email escalation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01168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0116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9E0B"/>
                </a:solidFill>
                <a:latin typeface="Calibri"/>
              </a:rPr>
              <a:t>Alert Fires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up == 0 detected
by Prometheus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8288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1280160"/>
            <a:ext cx="201168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88920" y="1280160"/>
            <a:ext cx="201168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88920" y="1417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9488"/>
                </a:solidFill>
                <a:latin typeface="Calibri"/>
              </a:rPr>
              <a:t>Slack #1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196596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Immediate
notification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8288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1280160"/>
            <a:ext cx="201168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20640" y="1280160"/>
            <a:ext cx="201168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20640" y="1417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9488"/>
                </a:solidFill>
                <a:latin typeface="Calibri"/>
              </a:rPr>
              <a:t>Slack ×5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96596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Repeats every
5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18288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59" y="1280160"/>
            <a:ext cx="201168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52359" y="1280160"/>
            <a:ext cx="2011680" cy="54864"/>
          </a:xfrm>
          <a:prstGeom prst="rect">
            <a:avLst/>
          </a:prstGeom>
          <a:solidFill>
            <a:srgbClr val="E5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52359" y="1417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54040"/>
                </a:solidFill>
                <a:latin typeface="Calibri"/>
              </a:rPr>
              <a:t>📧 Email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59" y="196596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Escalation after
25 minutes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39" y="18288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84080" y="1280160"/>
            <a:ext cx="201168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784080" y="1280160"/>
            <a:ext cx="201168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84080" y="1417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2C55E"/>
                </a:solidFill>
                <a:latin typeface="Calibri"/>
              </a:rPr>
              <a:t>✅ Resolved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196596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Auto-clears when
server recovers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Alert Rules Configured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749039"/>
            <a:ext cx="548640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3749039"/>
            <a:ext cx="54864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37947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InstanceDown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51760" y="384047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Any server unreachable &gt; 1 min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389120"/>
            <a:ext cx="548640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57200" y="4389120"/>
            <a:ext cx="54864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4434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  <a:latin typeface="Calibri"/>
              </a:rPr>
              <a:t>HighCPULinux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51760" y="448055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Linux CPU &gt; 85% for 5 min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029200"/>
            <a:ext cx="548640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57200" y="5029200"/>
            <a:ext cx="54864" cy="502920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" y="5074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8ADD"/>
                </a:solidFill>
                <a:latin typeface="Calibri"/>
              </a:rPr>
              <a:t>HighCPUWindows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51760" y="5120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Windows CPU &gt; 85% for 5 min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669279"/>
            <a:ext cx="548640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57200" y="5669279"/>
            <a:ext cx="54864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" y="571499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  <a:latin typeface="Calibri"/>
              </a:rPr>
              <a:t>HighMemoryLinux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51760" y="576071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Linux RAM &gt; 90% for 5 min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3749039"/>
            <a:ext cx="548640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400800" y="3749039"/>
            <a:ext cx="54864" cy="502920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83680" y="37947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8ADD"/>
                </a:solidFill>
                <a:latin typeface="Calibri"/>
              </a:rPr>
              <a:t>HighMemoryWindows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0" y="384047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Windows RAM &gt; 90% for 5 min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4389120"/>
            <a:ext cx="548640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400800" y="4389120"/>
            <a:ext cx="54864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583680" y="4434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LowDiskLinux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95360" y="448055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Linux disk &lt; 10% free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0" y="5029200"/>
            <a:ext cx="548640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400800" y="5029200"/>
            <a:ext cx="54864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583680" y="5074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LowDiskWindows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95360" y="5120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Windows disk &lt; 10% free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Results &amp; What Was Achieved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256032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256032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D9488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Phases
Completed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005840"/>
            <a:ext cx="256032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83280" y="1005840"/>
            <a:ext cx="2560320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0" y="11887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818CF8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9659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VPS Servers
Monitored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005840"/>
            <a:ext cx="256032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1005840"/>
            <a:ext cx="25603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11887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59E0B"/>
                </a:solidFill>
                <a:latin typeface="Calibri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9659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Alert Rules
Active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005840"/>
            <a:ext cx="256032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235440" y="1005840"/>
            <a:ext cx="256032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35440" y="11887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22C55E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19659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App Versions
Auto Deployed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0632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What This Project Proves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566160"/>
            <a:ext cx="32004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356616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602736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Can build a real CI/CD pipeline from scratch — not just follow a tutorial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069080"/>
            <a:ext cx="32004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06908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105656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Understands Docker containerisation and deployment automation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572000"/>
            <a:ext cx="320040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457200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608576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Can monitor multi-OS infrastructure (Linux + Windows) with open-source tools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074920"/>
            <a:ext cx="32004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507492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111496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Configured production-grade alerting with escalation logic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577840"/>
            <a:ext cx="320040" cy="347472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" y="557784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14416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Documents work professionally — GitHub repo + live documentation site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080760"/>
            <a:ext cx="320040" cy="34747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608076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Calibr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6117336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Uses real VPS servers — not just a local VM or sandbox environment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265176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44752"/>
            <a:ext cx="2651760" cy="274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54864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1848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Python Flask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21408"/>
            <a:ext cx="54864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13969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Docker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42615"/>
            <a:ext cx="54864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66090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prometheus-flask-exporter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005840"/>
            <a:ext cx="265176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29000" y="1097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CI/CD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1444752"/>
            <a:ext cx="2651760" cy="274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429000" y="1600200"/>
            <a:ext cx="54864" cy="347472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66160" y="161848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GitHub Actions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2121408"/>
            <a:ext cx="54864" cy="347472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66160" y="213969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SSH Deploy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2642615"/>
            <a:ext cx="54864" cy="347472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66160" y="266090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005840"/>
            <a:ext cx="265176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5080" y="1097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Web Server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444752"/>
            <a:ext cx="2651760" cy="274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55080" y="1600200"/>
            <a:ext cx="54864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161848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Nginx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2121408"/>
            <a:ext cx="54864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213969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Reverse Proxy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2642615"/>
            <a:ext cx="54864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92240" y="266090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Port 80/443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0" y="1005840"/>
            <a:ext cx="265176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81160" y="1097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Monitoring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0" y="1444752"/>
            <a:ext cx="2651760" cy="274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281160" y="1600200"/>
            <a:ext cx="54864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418320" y="161848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Prometheus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81160" y="2121408"/>
            <a:ext cx="54864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418320" y="213969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Grafana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81160" y="2642615"/>
            <a:ext cx="54864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418320" y="266090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node_exporter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657600"/>
            <a:ext cx="265176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" y="374903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Windows Mon.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096512"/>
            <a:ext cx="2651760" cy="274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02920" y="4251960"/>
            <a:ext cx="54864" cy="347472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" y="427024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windows_exporter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4773168"/>
            <a:ext cx="54864" cy="347472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" y="479145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Custom Dashboard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91840" y="3657600"/>
            <a:ext cx="265176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429000" y="374903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Alerting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91840" y="4096512"/>
            <a:ext cx="2651760" cy="274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3429000" y="4251960"/>
            <a:ext cx="54864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566160" y="427024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Alertmanager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429000" y="4773168"/>
            <a:ext cx="54864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566160" y="479145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Slack Webhook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29000" y="5294376"/>
            <a:ext cx="54864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566160" y="531266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Gmail SMTP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17920" y="3657600"/>
            <a:ext cx="265176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355080" y="374903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Infrastructure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17920" y="4096512"/>
            <a:ext cx="2651760" cy="274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355080" y="4251960"/>
            <a:ext cx="54864" cy="34747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492240" y="427024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Ubuntu 24.04 LTS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55080" y="4773168"/>
            <a:ext cx="54864" cy="34747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492240" y="479145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Windows Server 2025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80" y="5294376"/>
            <a:ext cx="54864" cy="34747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492240" y="531266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2× VPS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00" y="3657600"/>
            <a:ext cx="265176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281160" y="374903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Version Control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144000" y="4096512"/>
            <a:ext cx="2651760" cy="274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9281160" y="4251960"/>
            <a:ext cx="54864" cy="347472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418320" y="427024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GitHub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281160" y="4773168"/>
            <a:ext cx="54864" cy="347472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418320" y="479145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GitHub Pages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281160" y="5294376"/>
            <a:ext cx="54864" cy="347472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418320" y="531266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Jekyll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601200" y="4572000"/>
            <a:ext cx="2587752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601200" y="4572000"/>
            <a:ext cx="73152" cy="2286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Let's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Open to DevOps, Linux SysAdmin &amp; Infrastructure roles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1051560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54864" cy="64008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39572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18CF8"/>
                </a:solidFill>
                <a:latin typeface="Calibri"/>
              </a:rPr>
              <a:t>💼  LinkedIn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423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linkedin.com/in/ketulrpatel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63240"/>
            <a:ext cx="1051560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3063240"/>
            <a:ext cx="54864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1729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  <a:latin typeface="Calibri"/>
              </a:rPr>
              <a:t>🐙  GitHub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200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github.com/ketulpa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40480"/>
            <a:ext cx="1051560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54864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95020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  <a:latin typeface="Calibri"/>
              </a:rPr>
              <a:t>🌐  Portfolio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977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ketulpa.github.io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617720"/>
            <a:ext cx="1051560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4617720"/>
            <a:ext cx="5486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472744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📚  Project Docs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754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ketulpa.github.io/infrastructure-kb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394960"/>
            <a:ext cx="1051560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5394960"/>
            <a:ext cx="54864" cy="6400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550468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  <a:latin typeface="Calibri"/>
              </a:rPr>
              <a:t>📧  Email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532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ketulrapatel@gmail.com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400800"/>
            <a:ext cx="10515600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6437376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🏆  RHCSA Certified  |  RHCE Training  |  AWS Solutions Architect Training  |  Oracle Cloud Foundations Associate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942</Words>
  <Application>Microsoft Office PowerPoint</Application>
  <PresentationFormat>Custom</PresentationFormat>
  <Paragraphs>216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Ketul Patel</cp:lastModifiedBy>
  <cp:revision>2</cp:revision>
  <dcterms:created xsi:type="dcterms:W3CDTF">2013-01-27T09:14:16Z</dcterms:created>
  <dcterms:modified xsi:type="dcterms:W3CDTF">2026-04-07T05:22:34Z</dcterms:modified>
  <cp:category/>
</cp:coreProperties>
</file>